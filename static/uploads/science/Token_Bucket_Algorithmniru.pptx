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92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 Paneru" userId="109592e82ad92d31" providerId="LiveId" clId="{DD419BE1-3242-4946-9F7F-B10F44B6E878}"/>
    <pc:docChg chg="modSld">
      <pc:chgData name="Deepa Paneru" userId="109592e82ad92d31" providerId="LiveId" clId="{DD419BE1-3242-4946-9F7F-B10F44B6E878}" dt="2026-07-06T15:43:25.481" v="0" actId="1036"/>
      <pc:docMkLst>
        <pc:docMk/>
      </pc:docMkLst>
      <pc:sldChg chg="modSp mod">
        <pc:chgData name="Deepa Paneru" userId="109592e82ad92d31" providerId="LiveId" clId="{DD419BE1-3242-4946-9F7F-B10F44B6E878}" dt="2026-07-06T15:43:25.481" v="0" actId="1036"/>
        <pc:sldMkLst>
          <pc:docMk/>
          <pc:sldMk cId="4004405722" sldId="256"/>
        </pc:sldMkLst>
        <pc:spChg chg="mod">
          <ac:chgData name="Deepa Paneru" userId="109592e82ad92d31" providerId="LiveId" clId="{DD419BE1-3242-4946-9F7F-B10F44B6E878}" dt="2026-07-06T15:43:25.481" v="0" actId="1036"/>
          <ac:spMkLst>
            <pc:docMk/>
            <pc:sldMk cId="4004405722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CABA3-612F-4255-8734-4F05D13013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AFF50-BE95-4999-8860-A68788A5A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01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CABA3-612F-4255-8734-4F05D13013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AFF50-BE95-4999-8860-A68788A5A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183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CABA3-612F-4255-8734-4F05D13013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AFF50-BE95-4999-8860-A68788A5A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135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CABA3-612F-4255-8734-4F05D13013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AFF50-BE95-4999-8860-A68788A5A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567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CABA3-612F-4255-8734-4F05D13013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AFF50-BE95-4999-8860-A68788A5A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20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CABA3-612F-4255-8734-4F05D13013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AFF50-BE95-4999-8860-A68788A5A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206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CABA3-612F-4255-8734-4F05D13013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AFF50-BE95-4999-8860-A68788A5A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46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CABA3-612F-4255-8734-4F05D13013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AFF50-BE95-4999-8860-A68788A5A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804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CABA3-612F-4255-8734-4F05D13013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AFF50-BE95-4999-8860-A68788A5A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840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CABA3-612F-4255-8734-4F05D13013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AFF50-BE95-4999-8860-A68788A5A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20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CABA3-612F-4255-8734-4F05D13013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AFF50-BE95-4999-8860-A68788A5A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658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CABA3-612F-4255-8734-4F05D130139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AFF50-BE95-4999-8860-A68788A5A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81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304800"/>
            <a:ext cx="6400800" cy="1470025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Token Bucket Algorithm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752600"/>
            <a:ext cx="8229600" cy="2286000"/>
          </a:xfrm>
        </p:spPr>
        <p:txBody>
          <a:bodyPr anchor="t">
            <a:normAutofit/>
          </a:bodyPr>
          <a:lstStyle/>
          <a:p>
            <a:pPr algn="l"/>
            <a:r>
              <a:rPr lang="en-US" sz="2800" dirty="0"/>
              <a:t>The Token Bucket Algorithm is a traffic control method where tokens are added to a bucket at a fixed rate and packets can be transmitted only if enough tokens are  available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4405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3733800" cy="1173162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How it works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00201"/>
            <a:ext cx="9144000" cy="4343400"/>
          </a:xfrm>
        </p:spPr>
        <p:txBody>
          <a:bodyPr>
            <a:normAutofit/>
          </a:bodyPr>
          <a:lstStyle/>
          <a:p>
            <a:pPr fontAlgn="base"/>
            <a:r>
              <a:rPr lang="en-US" sz="2400" b="1" dirty="0"/>
              <a:t>Token Generation</a:t>
            </a:r>
            <a:r>
              <a:rPr lang="en-US" sz="2400" dirty="0"/>
              <a:t>: tokens are added to the</a:t>
            </a:r>
          </a:p>
          <a:p>
            <a:pPr marL="0" indent="0" fontAlgn="base">
              <a:buNone/>
            </a:pPr>
            <a:r>
              <a:rPr lang="en-US" sz="2400" dirty="0"/>
              <a:t>       bucket at a fixed rate until it is full.</a:t>
            </a:r>
          </a:p>
          <a:p>
            <a:pPr fontAlgn="base"/>
            <a:r>
              <a:rPr lang="en-US" sz="2400" b="1" dirty="0"/>
              <a:t>Data Transmission:</a:t>
            </a:r>
            <a:r>
              <a:rPr lang="en-US" sz="2400" dirty="0"/>
              <a:t> A packet is sent only if </a:t>
            </a:r>
          </a:p>
          <a:p>
            <a:pPr marL="0" indent="0" fontAlgn="base">
              <a:buNone/>
            </a:pPr>
            <a:r>
              <a:rPr lang="en-US" sz="2400" dirty="0"/>
              <a:t>       enough tokens are available. </a:t>
            </a:r>
          </a:p>
          <a:p>
            <a:pPr fontAlgn="base"/>
            <a:r>
              <a:rPr lang="en-US" sz="2400" b="1" dirty="0" err="1"/>
              <a:t>Burstiness</a:t>
            </a:r>
            <a:r>
              <a:rPr lang="en-US" sz="2400" b="1" dirty="0"/>
              <a:t>:</a:t>
            </a:r>
            <a:r>
              <a:rPr lang="en-US" sz="2400" dirty="0"/>
              <a:t> Saved tokens allow many packets</a:t>
            </a:r>
          </a:p>
          <a:p>
            <a:pPr marL="0" indent="0" fontAlgn="base">
              <a:buNone/>
            </a:pPr>
            <a:r>
              <a:rPr lang="en-US" sz="2400" dirty="0"/>
              <a:t>        to be sent at once. </a:t>
            </a:r>
          </a:p>
          <a:p>
            <a:pPr fontAlgn="base"/>
            <a:r>
              <a:rPr lang="en-US" sz="2400" b="1" dirty="0"/>
              <a:t>Rate Limiting:</a:t>
            </a:r>
            <a:r>
              <a:rPr lang="en-US" sz="2400" dirty="0"/>
              <a:t> If there are no tokens,</a:t>
            </a:r>
          </a:p>
          <a:p>
            <a:pPr marL="0" indent="0" fontAlgn="base">
              <a:buNone/>
            </a:pPr>
            <a:r>
              <a:rPr lang="en-US" sz="2400" dirty="0"/>
              <a:t>       packets wait until new tokens are generated.</a:t>
            </a:r>
          </a:p>
          <a:p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371600"/>
            <a:ext cx="2843212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0744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066800"/>
          </a:xfrm>
        </p:spPr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br>
              <a:rPr lang="en-US" dirty="0"/>
            </a:br>
            <a:r>
              <a:rPr lang="en-US" b="1" dirty="0"/>
              <a:t>Advantage:</a:t>
            </a:r>
            <a:br>
              <a:rPr lang="en-US" b="1" dirty="0"/>
            </a:br>
            <a:endParaRPr lang="en-US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Allows burst traffic</a:t>
            </a:r>
          </a:p>
          <a:p>
            <a:r>
              <a:rPr lang="en-US" sz="2800" dirty="0"/>
              <a:t>More flexible then leaky bucket</a:t>
            </a:r>
          </a:p>
          <a:p>
            <a:r>
              <a:rPr lang="en-US" sz="2800" dirty="0"/>
              <a:t>Better bandwidth utilization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4000" b="1" dirty="0"/>
              <a:t>Disadvantage:</a:t>
            </a:r>
          </a:p>
          <a:p>
            <a:r>
              <a:rPr lang="en-US" sz="2800" dirty="0"/>
              <a:t>May cause packet loss during heavy congestion.</a:t>
            </a:r>
          </a:p>
          <a:p>
            <a:r>
              <a:rPr lang="en-US" sz="2800" dirty="0"/>
              <a:t>Burst traffic can create temporary congestion.</a:t>
            </a:r>
          </a:p>
          <a:p>
            <a:r>
              <a:rPr lang="en-US" sz="2800" dirty="0"/>
              <a:t>Needs proper token rate and bucket size settings.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05114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146</Words>
  <Application>Microsoft Office PowerPoint</Application>
  <PresentationFormat>On-screen Show (4:3)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Token Bucket Algorithm </vt:lpstr>
      <vt:lpstr>How it works</vt:lpstr>
      <vt:lpstr>  Advantage: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Deepa Paneru</cp:lastModifiedBy>
  <cp:revision>6</cp:revision>
  <dcterms:created xsi:type="dcterms:W3CDTF">2026-07-06T12:26:31Z</dcterms:created>
  <dcterms:modified xsi:type="dcterms:W3CDTF">2026-07-06T15:43:28Z</dcterms:modified>
</cp:coreProperties>
</file>